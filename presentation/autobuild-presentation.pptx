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199960"/>
            <a:ext cx="8229240" cy="11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</a:rPr>
              <a:t>Autobuild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Content"/>
          <p:cNvSpPr/>
          <p:nvPr/>
        </p:nvSpPr>
        <p:spPr>
          <a:xfrm>
            <a:off x="457200" y="3600000"/>
            <a:ext cx="8229240" cy="47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Open-Source KVM Virtualization Platform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Makefile-driven VM provisioning with cloud-init and libvirt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Automated Ubuntu node deployment on KVM/libvirt hosts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Role-based configuration, snapshots, and backup/restore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100% open-source toolchain - no proprietary hypervisor lock-in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/>
          <p:nvPr/>
        </p:nvSpPr>
        <p:spPr>
          <a:xfrm>
            <a:off x="457200" y="399960"/>
            <a:ext cx="822924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Executive Summary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Content"/>
          <p:cNvSpPr/>
          <p:nvPr/>
        </p:nvSpPr>
        <p:spPr>
          <a:xfrm>
            <a:off x="457200" y="1400040"/>
            <a:ext cx="8229240" cy="47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Autobuild automates the full lifecycle of Ubuntu KVM virtual machines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From cloud image download through first-boot configuration, snapshots, and disaster recovery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Business Value: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Repeatable provisioning - new nodes in minutes, not hours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Role-based templates - Docker, Jenkins, GitLab, LAMP, and more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Open-source stack - no licensing cost; portable across Linux hosts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Built-in DR - snapshots, offline backup, live backup, and restore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One command:  make -e NAME=node01.example.org ROLE=docker node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/>
          <p:nvPr/>
        </p:nvSpPr>
        <p:spPr>
          <a:xfrm>
            <a:off x="457200" y="399960"/>
            <a:ext cx="822924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Fully Open-Source Platform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Subtitle"/>
          <p:cNvSpPr/>
          <p:nvPr/>
        </p:nvSpPr>
        <p:spPr>
          <a:xfrm>
            <a:off x="457200" y="1100160"/>
            <a:ext cx="8229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i="1" lang="en-US" sz="1600" spc="-1" strike="noStrike">
                <a:solidFill>
                  <a:srgbClr val="000000"/>
                </a:solidFill>
                <a:latin typeface="Arial"/>
              </a:rPr>
              <a:t>No proprietary hypervisor required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Content"/>
          <p:cNvSpPr/>
          <p:nvPr/>
        </p:nvSpPr>
        <p:spPr>
          <a:xfrm>
            <a:off x="457200" y="1599840"/>
            <a:ext cx="8229240" cy="47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Hypervisor: QEMU/KVM - hardware virtualization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Management: libvirt (virsh, virt-install) - VM lifecycle, snapshots, backup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First-boot config: cloud-init - users, packages, network, mounts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Images: Ubuntu Cloud Images - official, maintained base images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Orchestration: GNU Make - declarative, reproducible pipeline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Post-provision: Ansible (optional) - inventory registration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Standard, auditable components - no vendor lock-in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/>
          <p:nvPr/>
        </p:nvSpPr>
        <p:spPr>
          <a:xfrm>
            <a:off x="457200" y="399960"/>
            <a:ext cx="822924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What the Makefile Provides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ubtitle"/>
          <p:cNvSpPr/>
          <p:nvPr/>
        </p:nvSpPr>
        <p:spPr>
          <a:xfrm>
            <a:off x="457200" y="1100160"/>
            <a:ext cx="8229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i="1" lang="en-US" sz="1600" spc="-1" strike="noStrike">
                <a:solidFill>
                  <a:srgbClr val="000000"/>
                </a:solidFill>
                <a:latin typeface="Arial"/>
              </a:rPr>
              <a:t>Single automation surface for the entire VM lifecycle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Content"/>
          <p:cNvSpPr/>
          <p:nvPr/>
        </p:nvSpPr>
        <p:spPr>
          <a:xfrm>
            <a:off x="457200" y="1599840"/>
            <a:ext cx="8229240" cy="47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sources / base / image - Download and layer qcow2 disk images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role / disks / network-config / meta-data - Assemble cloud-init and storage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node - Provision and start the VM via virt-install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snapshot - Point-in-time VM state capture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backup / live-backup / restore - Offline and online disaster recovery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Delete - Full teardown (VM, storage, Ansible cleanup)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Also: Qt GUI (make gui), Web UI (make web-ui-server)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/>
          <p:cNvSpPr/>
          <p:nvPr/>
        </p:nvSpPr>
        <p:spPr>
          <a:xfrm>
            <a:off x="457200" y="399960"/>
            <a:ext cx="822924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End-to-End Provisioning Pipeline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Content"/>
          <p:cNvSpPr/>
          <p:nvPr/>
        </p:nvSpPr>
        <p:spPr>
          <a:xfrm>
            <a:off x="457200" y="1400040"/>
            <a:ext cx="8229240" cy="47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1. Sources - Download official Ubuntu cloud image (e.g. Noble 24.04)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2. Base - Master qcow2 backing store at /var/lib/kvmbld/base/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3. Image - Per-node copy-on-write root disk with configurable size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4. Role - Compose user-data from role-specific templates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5. Disks - Provision swap, data, database, and web disks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6. Network - Generate static or DHCP network-config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7. Node - virt-install --import with cloud-init injection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8. Finalize - Start VM, create fresh snapshot, register in Ansible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/>
          <p:cNvSpPr/>
          <p:nvPr/>
        </p:nvSpPr>
        <p:spPr>
          <a:xfrm>
            <a:off x="457200" y="399960"/>
            <a:ext cx="822924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cloud-init: Detailed Node Provisioning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ubtitle"/>
          <p:cNvSpPr/>
          <p:nvPr/>
        </p:nvSpPr>
        <p:spPr>
          <a:xfrm>
            <a:off x="457200" y="1100160"/>
            <a:ext cx="8229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i="1" lang="en-US" sz="1600" spc="-1" strike="noStrike">
                <a:solidFill>
                  <a:srgbClr val="000000"/>
                </a:solidFill>
                <a:latin typeface="Arial"/>
              </a:rPr>
              <a:t>Configuration-as-code at first boot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Content"/>
          <p:cNvSpPr/>
          <p:nvPr/>
        </p:nvSpPr>
        <p:spPr>
          <a:xfrm>
            <a:off x="457200" y="1599840"/>
            <a:ext cx="8229240" cy="47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Three cloud-init artifacts assembled per node: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meta-data - Instance ID, hostname, role, environment, SSH keys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user-data - Packages, users, mounts, boot commands, APT config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network-config - Static IP (bridge br0) or DHCP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Role-based assembly (ROLE variable) pulls fragments from: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packages-dir/, bootcmd-dir/, mounts-dir/, runcmd-dir/, apt-dir/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Result: Each node boots fully configured - no manual post-install steps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/>
          <p:cNvSpPr/>
          <p:nvPr/>
        </p:nvSpPr>
        <p:spPr>
          <a:xfrm>
            <a:off x="457200" y="399960"/>
            <a:ext cx="822924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libvirt: VM Instantiation &amp; Lifecycle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Content"/>
          <p:cNvSpPr/>
          <p:nvPr/>
        </p:nvSpPr>
        <p:spPr>
          <a:xfrm>
            <a:off x="457200" y="1400040"/>
            <a:ext cx="8229240" cy="47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virt-install creates the VM with --import and --cloud-init flags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Attaches root, swap, and data disks as virtio block devices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Configurable RAM, vCPUs, and OS variant (e.g. ubuntu22.04)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virsh manages the full lifecycle: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Start / stop / destroy VMs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Snapshot create and delete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Live backup via virsh backup-begin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XML dump for backup/restore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Disk strategy: qcow2 copy-on-write - base image shared across nodes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/>
          <p:cNvSpPr/>
          <p:nvPr/>
        </p:nvSpPr>
        <p:spPr>
          <a:xfrm>
            <a:off x="457200" y="399960"/>
            <a:ext cx="822924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Flexible Disk &amp; Network Architecture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Content"/>
          <p:cNvSpPr/>
          <p:nvPr/>
        </p:nvSpPr>
        <p:spPr>
          <a:xfrm>
            <a:off x="457200" y="1400040"/>
            <a:ext cx="8229240" cy="47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Root (rootfs.qcow2) - 16 GB - OS backed by shared base image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Swap - 8 GB - Swap space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Data - 32 GB - /home or application 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DB / DB Log / Web - Configurable database and docroot volumes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Network: Static (FQDN-resolved IP on br0) or DHCP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Security: Per-node Unix group matching FQDN; SSH restricted to group members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All disk sizes are Makefile variables - set to 0 to omit a disk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"/>
          <p:cNvSpPr/>
          <p:nvPr/>
        </p:nvSpPr>
        <p:spPr>
          <a:xfrm>
            <a:off x="457200" y="399960"/>
            <a:ext cx="822924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Snapshots, Backup &amp; Restore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ubtitle"/>
          <p:cNvSpPr/>
          <p:nvPr/>
        </p:nvSpPr>
        <p:spPr>
          <a:xfrm>
            <a:off x="457200" y="1100160"/>
            <a:ext cx="8229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i="1" lang="en-US" sz="1600" spc="-1" strike="noStrike">
                <a:solidFill>
                  <a:srgbClr val="000000"/>
                </a:solidFill>
                <a:latin typeface="Arial"/>
              </a:rPr>
              <a:t>Three tiers of data protection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Content"/>
          <p:cNvSpPr/>
          <p:nvPr/>
        </p:nvSpPr>
        <p:spPr>
          <a:xfrm>
            <a:off x="457200" y="1599840"/>
            <a:ext cx="8229240" cy="47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Snapshot - virsh snapshot-create-as - Quick rollback point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Fresh snapshot (auto) - Created after first boot - Known-good baseline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Offline backup - Shutdown, tar disks + XML, restart - Full archive to bdir/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Live backup - virsh backup-begin - Zero-downtime disk copy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Restore - Delete, extract, virsh define, start - Disaster recovery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Backup captures all qcow2 disk files + libvirt domain XML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/>
          <p:cNvSpPr/>
          <p:nvPr/>
        </p:nvSpPr>
        <p:spPr>
          <a:xfrm>
            <a:off x="457200" y="399960"/>
            <a:ext cx="822924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Summary &amp; Next Steps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Content"/>
          <p:cNvSpPr/>
          <p:nvPr/>
        </p:nvSpPr>
        <p:spPr>
          <a:xfrm>
            <a:off x="457200" y="1400040"/>
            <a:ext cx="8229240" cy="47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Enterprise-grade VM automation on 100% open source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Speed - make node provisions a configured VM in minutes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Consistency - same pipeline for every role and distribution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Flexibility - 12+ Ubuntu distros, 10+ roles, configurable resources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Resilience - snapshots, backup, live backup, one-command restore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Accessibility - CLI, Qt GUI (make gui), and Web UI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make -e NAME=myhost.example.org ROLE=general node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make -e NAME=myhost.example.org snapshot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make -e NAME=myhost.example.org backup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utobuild">
  <a:themeElements>
    <a:clrScheme name="Autobuild">
      <a:dk1>
        <a:srgbClr val="000000"/>
      </a:dk1>
      <a:lt1>
        <a:srgbClr val="ffffff"/>
      </a:lt1>
      <a:dk2>
        <a:srgbClr val="333333"/>
      </a:dk2>
      <a:lt2>
        <a:srgbClr val="f5f5f5"/>
      </a:lt2>
      <a:accent1>
        <a:srgbClr val="e95420"/>
      </a:accent1>
      <a:accent2>
        <a:srgbClr val="333333"/>
      </a:accent2>
      <a:accent3>
        <a:srgbClr val="666666"/>
      </a:accent3>
      <a:accent4>
        <a:srgbClr val="e95420"/>
      </a:accent4>
      <a:accent5>
        <a:srgbClr val="333333"/>
      </a:accent5>
      <a:accent6>
        <a:srgbClr val="666666"/>
      </a:accent6>
      <a:hlink>
        <a:srgbClr val="e95420"/>
      </a:hlink>
      <a:folHlink>
        <a:srgbClr val="666666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</a:fillStyleLst>
      <a:lnStyleLst>
        <a:ln w="9525"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2026-07-07T12:17:01Z</dcterms:created>
  <dc:creator/>
  <dc:description/>
  <dc:language>en-US</dc:language>
  <cp:lastModifiedBy/>
  <cp:revision>0</cp:revision>
  <dc:subject/>
  <dc:title>Autobuild Executive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i4>10</vt:i4>
  </property>
</Properties>
</file>